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pagi/siang bapak/ibu sekalian. Pada kesempatan ini kami mempresentasikan SIPU Management System: Task &amp; Operations Management Platform yang dirancang khusus untuk memenuhi kebutuhan operasional hotel Swiss-Belinn SKA Pekanbaru.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Tantangan mendasar yang dihadapi operasional hotel adalah instruksi tercecer di WhatsApp, tidak adanya bukti penerimaan tugas, dan kesulitan monitoring proyek pemeliharaan gedung. Tabel perbandingan menunjukkan lompatan efisiensi setelah SIPU diimplementasikan.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SIPU menghubungkan 9 departemen inti di Swiss-Belinn SKA Pekanbaru dalam satu platform terpusat, mengeliminasi miskomunikasi antar unit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Keamanan akses menggunakan Role-Based Access Control bertingkat, mulai dari General Manager, HOD, Supervisor, hingga Staf lapangan.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Kanban Board membagi alur kerja menjadi 4 tahap pasti. Fitur Mandatory Acknowledge menjamin akuntabilitas, sedangkan tahap Review memastikan standar mutu pelayanan hotel tetap terjaga.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Proyek besar seperti persiapan event di SKA Co Ex atau perawatan AC sentral Engineering kini dimonitor dalam satu kanvas proyek. Progres persentase dihitung otomatis oleh sistem.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Selain manajemen tugas, SIPU menyediakan modul HR terpadu yang memfasilitasi shift roster 24/7 hotel, tracking absensi, cuti, lembur, hingga otomasi slip gaji karyawan.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Penilaian kinerja tidak lagi subjektif. Sistem mengombinasikan persentase penyelesaian tugas riil dengan evaluasi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Teknologi yang digunakan adalah Laravel 11 dikombinasikan dengan React dan Inertia.js untuk menjamin performa cepat dan responsif tanpa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Dampak nyata yang dirasakan adalah peningkatan respon tugas hingga 80%, transparansi tanggung jawab 100%, serta pengurangan memo fisik.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 depan, sistem ini direncanakan terintegrasi langsung dengan PMS kamar hotel dan aplikasi mobile push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Terima kasih banyak atas perhatian Bapak/Ibu sekalian. Kami membuka sesi tanya jawab dan memohon masukan demi penyempurnaan sistem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720" y="1320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2720" y="13208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5680" y="113792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YEAR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2720" y="1229360"/>
            <a:ext cx="502920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SIPU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Management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72720" y="378968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Management System For Swiss-Belinn Pekanbaru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2720" y="433832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 Informasi Pengelolaan Unit, Koordinasi Proyek Lintas Departemen, Presensi, dan Penilaian Kinerja Terpadu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59120" y="497840"/>
            <a:ext cx="5303520" cy="43891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33440" y="772160"/>
            <a:ext cx="4754880" cy="41148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0600" y="77216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SB  SIPU Management Portal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24880" y="1503680"/>
            <a:ext cx="4572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Empower your workforce with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SIPU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24880" y="26009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Internal office management system designed for Swiss-Belinn SKA Pekanbaru.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Streamline task assignments, attendance tracking, and performance assessments in one place.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96480" y="36068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6480" y="36068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 Started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 &amp; LATAR BELAKANG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Tantangan Operasional Lapangan &amp; Transformasi Menuju Sistem Digital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9659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Instruksi Kerja Tercecer &amp; Hilang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Pesan lisan dan grup WhatsApp rawan tertumpuk pesan pribadi. Tidak ada arsip tugas terpusat yang dapat ditinjau kembali saat evaluasi.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Nihil Kepastian Akuntabilitas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Sering timbul alasan "Saya belum baca" atau saling lempar antar departemen. Waktu penerimaan dan pengerjaan tugas tidak pernah tervalidasi.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377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8920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Monitoring Proyek Hotel Masih Manual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5212080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Pemeliharaan fasilitas, servis berkala, dan persiapan event besar membutuhkan rekapitulasi manual HOD yang menyita waktu pelayanan tamu.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178308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Dampak Sebelum vs Sesudah SIPU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6126480" y="2240280"/>
          <a:ext cx="5303520" cy="329184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01168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Aspek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Metode Lama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BE123C"/>
                          </a:solidFill>
                        </a:rPr>
                        <a:t>Dengan SIPU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Penyampaian Tugas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Chat WA / Memo Kertas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BE123C"/>
                          </a:solidFill>
                        </a:rPr>
                        <a:t>Sistem Terpusat Real-Time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Bukti Penerimaan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Tidak Ada Bukti Sah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BE123C"/>
                          </a:solidFill>
                        </a:rPr>
                        <a:t>Wajib Acknowledge Resmi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Kontrol Standar (QC)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Pengecekan Manual / Lisan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BE123C"/>
                          </a:solidFill>
                        </a:rPr>
                        <a:t>Alur Review &amp; Approval HOD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Dokumentasi Masalah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Foto di Galeri HP Staf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BE123C"/>
                          </a:solidFill>
                        </a:rPr>
                        <a:t>Tersimpan di Cloud Kartu Tugas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Laporan ke GM / HOD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Rekap Manual Akhir Bulan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BE123C"/>
                          </a:solidFill>
                        </a:rPr>
                        <a:t>Dashboard Metrik Otomatis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SOLUSI STRATEGIS • PLATFORM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SIPU: Sentralisasi Operasional Hotel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 Informasi Pengelolaan Unit &amp; Monitoring Tugas Antar Departemen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9659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Satu Portal Terpadu (Single Source of Truth)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37360" y="233172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Mengintegrasikan seluruh divisi operasional hotel tanpa silo komunikasi (Front Office, HK, Engineering, F&amp;B, HR, Sales, IT).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2900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42900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SOP Compliant &amp; Terstruktur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Alur kerja baku mengikuti siklus: To Do -&gt; In Progress -&gt; Review (QC) -&gt; Done. Semua tindakan tercatat dalam audit log permanen.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9204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8920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Aksesibilitas Multi-Perangkat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37360" y="525780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Dapat diakses cepat melalui komputer meja resepsionis, laptop ruang HOD, hingga tablet operasional di lantai kamar hotel.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5303520" cy="42519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0116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11D48"/>
                </a:solidFill>
              </a:rPr>
              <a:t>9 DEPARTEMEN TERHUBUNG DALAM 1 SISTEM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2860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Ekosistem Swiss-Belinn SKA PKU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81635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FO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12724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Front Office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28432" y="274320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281635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HK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28432" y="312724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Housekeeping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64624" y="274320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64624" y="281635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ENG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64624" y="312724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68503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FNB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399592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Food &amp; Beverage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28432" y="36118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368503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ACC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28432" y="399592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Accounting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64624" y="36118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64624" y="368503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HR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64624" y="399592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Human Resources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92240" y="44805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55371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SM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486460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Sales &amp; Marketing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28432" y="44805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455371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IT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28432" y="486460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IT Support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564624" y="44805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64624" y="4553712"/>
            <a:ext cx="1417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COEX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64624" y="486460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SKA Co Ex Event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00800" y="54864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Terintegrasi dengan Keamanan Role: Administrator (HOD) &amp; Staff Pelaksana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ARCHITECTURE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Hierarki Akses &amp; Kontrol Peran (RBAC)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Menjamin Isolasi Data Antar Departemen &amp; Kejelasan Batas Wewenang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11D48"/>
                </a:solidFill>
              </a:rPr>
              <a:t>Executive Level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General Manager (GM)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Akses Read-All seluruh 9 departemen hotel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Monitoring metrik produktivitas global hotel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Evaluasi performa berkala para HOD &amp; Unit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01168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0116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0AF"/>
                </a:solidFill>
              </a:rPr>
              <a:t>Department Manager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Head of Department (HOD)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Inisiasi &amp; pengawasan proyek divisi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11880" y="3657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Delegasi tugas ke Supervisor &amp; Staff pelaksana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425196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Wewenang Review &amp; Approval akhir (Quality Control)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01168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0116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Operational Lead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24231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Supervisor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Pengawasan pengerjaan teknis di lapangan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3657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Inspeksi standar mutu &amp; validasi bukti kerja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425196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Input form penilaian kinerja (Performance Appraisal)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23960" y="18288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201168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20116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</a:rPr>
              <a:t>Field Executor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006840" y="24231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Staff / Employee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06840" y="306324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Wajib Acknowledge penugasan resmi sebelum mulai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06840" y="365760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Pengerjaan sub-checklist sesuai standar SOP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06840" y="4251960"/>
            <a:ext cx="2194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• Upload foto bukti penyelesaian &amp; laporan kendala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5257800"/>
            <a:ext cx="10652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257800"/>
            <a:ext cx="10287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🔐 Keamanan Data Terjamin: Didukung oleh Spatie Permission Middleware, pencegahan unauthorized access, serta pencatatan audit log otomatis untuk setiap aktivitas penugasan dan persetujuan.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FEATURE • TASK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Visualisasi Alur Kerja: Interactive Kanban 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Monitoring Status Pekerjaan Secara Transparan dari Penugasan hingga Quality 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To 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9659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965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Menunggu Acknowledge Staf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Prioritas: Urgent • Due Today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Checklist: 3/4 Complete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9659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9659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965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Sedang Dikerjakan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83464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Prioritas: Urgent • Due Today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Checklist: 3/4 Complete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659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Review (QC)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19659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965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Inspeksi Kualitas HOD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83464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Prioritas: Urgent • Due Today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Checklist: 3/4 Complete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2396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19659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</a:rPr>
              <a:t>Done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744200" y="19659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44200" y="1965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</a:rPr>
              <a:t>24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96112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Tervalidasi Selesai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52560" y="283464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Prioritas: Urgent • Due Today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Checklist: 3/4 Complete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29768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1. Mandatory Acknowledgment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4663440"/>
            <a:ext cx="30632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Penerima tugas wajib menekan tombol Acknowledge resmi sebelum memulai. Waktu penerimaan terekam permanen untuk mencegah alasan belum membaca instruksi.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4340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29768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2. SOP Checklist &amp; Foto Bukti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4663440"/>
            <a:ext cx="30632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Setiap tugas dilengkapi sub-tugas rincian checklist standar hotel serta lampiran foto bukti sebelum dan sesudah pekerjaan dikerjakan staf.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5528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429768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3. Alur Verifikasi Quality Control (QC)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0" y="4663440"/>
            <a:ext cx="30632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Tugas tidak dapat langsung diselesaikan oleh staf pelaksana. Kartu tugas harus masuk ke tahap Review untuk diverifikasi dan disetujui resmi oleh HOD/Supervisor.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FEATURE • PROJECT &amp; EVENT TRACKING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Manajemen Proyek Fasilitas &amp; Event Hotel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Koordinasi Terpadu untuk Pemeliharaan Gedung dan Acara MICE di SKA Co Ex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Mekanisme Manajemen Proyek Otomatis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✓ Auto Progress Recalculation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4389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Persentase kemajuan proyek terhitung secara matematis otomatis dari akumulasi bobot tugas yang telah diselesaikan (Done).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✓ Health Status &amp; Deadline Watch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840480"/>
            <a:ext cx="4389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Status proyek terpetakan jelas: Planning, Active, On Hold, Completed, atau Archived dengan peringatan dini jika mendekati batas deadline.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✓ Kolaborasi Multi-Departemen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4846320"/>
            <a:ext cx="4389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Satu proyek besar dapat melibatkan beberapa departemen sekaligus (misal: Event Wedding melibatkan Sales, Banquet F&amp;B, Sound ENG, dan IT).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65960"/>
            <a:ext cx="4937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11D48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Preventive Maintenance Gedung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Jadwal servis rutin genset, pembersihan chiller AC sentral, dan inspeksi lift berkala dengan timeline yang terpantau ketat.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29184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429000"/>
            <a:ext cx="4937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11D48"/>
                </a:solidFill>
              </a:rPr>
              <a:t>SKA CO EX &amp; BANQUET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Persiapan Event MICE Skala Besar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9776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Penyusunan panggung, tata cahaya, registrasi tamu VIP, dan buffet dinner tanpa kendala koordinasi lintas divisi.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475488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4937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11D48"/>
                </a:solidFill>
              </a:rPr>
              <a:t>HOUSEKEEPING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51206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Deep Cleaning &amp; Renovasi Kamar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544068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Program pembersihan menyeluruh karpet kamar tamu dan peremajaan interior lantai hotel secara terjadwal.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EXTENDED MODULE • HR &amp; WORKFORCE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Digitalisasi SDM: Shift Roster, Presensi &amp; Payroll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Otomatisasi Administrasi Karyawan dari Pengaturan Roster hingga Slip Gaji Digital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4290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0312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E123C"/>
                </a:solidFill>
              </a:rPr>
              <a:t>Shift Scheduling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880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Manajemen Shift Roster 24/7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Pengaturan fleksibel shift khas perhotelan: Morning, Afternoon, Night, dan Middle shift.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Penetapan jadwal berkala mingguan &amp; bulanan staf departemen.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84632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Mencegah kekosongan posisi krusial di Front Desk dan Tim Operasional.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4290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10312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10312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E123C"/>
                </a:solidFill>
              </a:rPr>
              <a:t>Attendance &amp; Leave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606040"/>
            <a:ext cx="2880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Presensi &amp; Lembur (Overtime)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29184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Integrasi API sinkronisasi data presensi secara real-time.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406908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Alur pengajuan cuti (Leave Request) dengan persetujuan bertingkat.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484632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Tracking lembur (Overtime Request) terverifikasi langsung oleh atasan.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1828800"/>
            <a:ext cx="34290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10312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10312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E123C"/>
                </a:solidFill>
              </a:rPr>
              <a:t>Automated Payroll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606040"/>
            <a:ext cx="2880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Penggajian &amp; E-Payslip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29184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Kalkulasi otomatis komponen gaji pokok, tunjangan, dan lembur.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06908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Pemotongan akurat berdasarkan keterlambatan dan ketidakhadiran.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Generate slip gaji digital (E-Payslip) yang dapat diunduh mandiri oleh staf.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ANALYTICS &amp;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Penilaian Kinerja Objektif &amp; Transparan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Mentransformasi Evaluasi Karyawan Menjadi Berbasis Data Nyata Lapangan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Matriks Penilaian Terintegrasi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1. Skor Penyelesaian Tugas (Objektif)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Dihitung otomatis dari rasio penyelesaian tugas tepat waktu, tingkat kepatuhan checklist, dan catatan revisi QC.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2. Supervisor Periodic Assessment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Evaluasi kualitatif terstruktur oleh atasan mencakup inisiatif, kedisiplinan, kerjasama tim, dan standar hospitality hotel.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3. Performance Period Locking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Penyimpanan arsip skor berkala (Bulanan / Triwulan) yang terkunci aman untuk dasar rekomendasi insentif &amp; promosi jenjang karir.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5740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Bagi Manajemen &amp; General Manager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4754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Identifikasi cepat staf berprestasi (Top Performers) untuk apresiasi.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Deteksi dini departemen atau unit yang mengalami bottleneck operasional.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Dasar pengambilan keputusan berbasis data faktual, bukan opini subjektif.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2976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Bagi Karyawan &amp; Staff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663440"/>
            <a:ext cx="4754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Transparansi tolak ukur kinerja yang jelas dan adil.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Feedback konstruktif yang tercatat dari supervisor.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Motivasi kerja meningkat karena setiap usaha dan penyelesaian tugas tercatat.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Fondasi Teknologi Modern &amp; Skalabel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Dibangun dengan Standar Arsitektur Enterprise untuk Kecepatan dan Stabilitas Tinggi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</a:rPr>
              <a:t>Backend Framework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Laravel 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Framework PHP terkini dengan keamanan tingkat tinggi, arsitektur MVC yang rapi, ORM Eloquent tangguh, dan integrasi otorisasi Spatie RBAC.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10312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103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</a:rPr>
              <a:t>Frontend Modern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11880" y="256032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React.js &amp; Inertia.js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32004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Menghadirkan pengalaman Single Page Application (SPA) yang sangat mulus tanpa reload halaman saat menggeser kartu Kanban dan memperbarui status.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10312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03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</a:rPr>
              <a:t>Design System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09360" y="256032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Tailwind CSS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2004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Antarmuka responsif dan modern berstandar enterprise yang dioptimasi khusus untuk kemudahan navigasi di tablet operasional dan desktop monitor.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2396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210312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1031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</a:rPr>
              <a:t>Data &amp; Asset Security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06840" y="256032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Relational Database &amp; Cloud 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3200400"/>
            <a:ext cx="2194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Struktur database relasional yang kuat (PostgreSQL/MySQL) dengan penyimpanan aman berkas dokumen hotel dan bukti foto penanganan masalah.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Transformasi Efisiensi Operasional Swiss-Belinn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Peningkatan Kualitas Pelayanan Tamu Melalui Efisiensi Kerja di Balik Layar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</a:rPr>
              <a:t>+80%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Kecepatan Respon Tugas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1945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Instruksi antar divisi (misal Front Office lapor kendala kamar ke Engineering/HK) langsung diterima dan dieksekusi tanpa jeda telepon/WA.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0312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Akuntabilitas Terverifikasi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566160"/>
            <a:ext cx="21945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Fitur Mandatory Acknowledgment dan Review QC menghilangkan budaya saling melempar tanggung jawab antar staf/departemen.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0312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Instruksi Tercecer (Zero Loss)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3566160"/>
            <a:ext cx="21945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Tidak ada lagi memo kertas yang hilang atau instruksi pimpinan yang tertumpuk di percakapan grup pribadi.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23960" y="1828800"/>
            <a:ext cx="2560320" cy="42519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210312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</a:rPr>
              <a:t>100%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006840" y="292608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</a:rPr>
              <a:t>Paperless &amp; Ramah Lingkungan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06840" y="3566160"/>
            <a:ext cx="21945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Mengurangi pemakaian kertas formulir kendala fisik, memo harian, dan pencetakan slip gaji secara signifikan.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Roadmap Pengembangan Ekosistem SIPU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1D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Langkah Strategis Menuju Penerapan Ekosistem Smart Hotel Swiss-Belinn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4114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4290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0312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11D48"/>
                </a:solidFill>
              </a:rPr>
              <a:t>FASE 1 • Jangka Pendek (Q1 2026)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880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Mobile App &amp; Push Notification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Aplikasi mobile staf operasional (PWA / Android).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Notifikasi suara instan saat tugas darurat (Urgent) masuk.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Kemampuan check-in presensi berbasis radius geofencing hotel.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4290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10312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10312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</a:rPr>
              <a:t>FASE 2 • Jangka Menengah (Q2 2026)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606040"/>
            <a:ext cx="2880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Integrasi Langsung PMS Hotel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333756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Sinkronisasi otomatis dengan Property Management System hotel.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411480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Tugas pembersihan Housekeeping otomatis terbuat saat tamu check-out.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489204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Laporan kerusakan kamar langsung mengunci status kamar (Out of Order).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1828800"/>
            <a:ext cx="34290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10312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103120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</a:rPr>
              <a:t>FASE 3 • Jangka Panjang (Q3 2026)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606040"/>
            <a:ext cx="2880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IoT &amp; WhatsApp Bot Automation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0" y="333756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Sensor IoT untuk pemantauan suhu chiller dan beban genset otomatis.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114800"/>
            <a:ext cx="2880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Bot WhatsApp resmi untuk pembuatan tiket perbaikan cepat oleh HOD saat berada di luar area hotel.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9445752" cy="5029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CBD5E1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0" y="137160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0" y="137160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313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72A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3108960"/>
            <a:ext cx="7616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1D48"/>
                </a:solidFill>
              </a:rPr>
              <a:t>Mewujudkan Operasional Swiss-Belinn SKA Pekanbaru yang Lebih Terstruktur, Cepat, dan Akuntabel.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3749040"/>
            <a:ext cx="761695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Sesi Diskusi &amp; Tanya Jawab (Q&amp;A)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Kami mengundang masukan, saran, dan pertanyaan dari Bapak/Ibu Dewan Penguji &amp; Manajemen.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4663440"/>
            <a:ext cx="39593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846320"/>
            <a:ext cx="7616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Swiss-Belinn SKA Pekanbaru • IT Internship Project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10252</Words>
  <Application>WPS Presentation</Application>
  <PresentationFormat>On-screen Show (16:9)</PresentationFormat>
  <Paragraphs>484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Swiss-Belinn SKA Pekanbaru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SIPU Management System - Presentation</dc:title>
  <dc:creator>Internship Team - Swiss-Belinn SKA Pekanbaru</dc:creator>
  <dc:subject>PptxGenJS Presentation</dc:subject>
  <cp:lastModifiedBy>Albert Christian</cp:lastModifiedBy>
  <cp:revision>2</cp:revision>
  <dcterms:created xsi:type="dcterms:W3CDTF">2026-10-01T09:33:00Z</dcterms:created>
  <dcterms:modified xsi:type="dcterms:W3CDTF">2026-10-01T10:06:28Z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3935A9E1E6534A41A55A972EFA2F1CEA_12</vt:lpwstr>
  </property>
  <property fmtid="{D5CDD505-2E9C-101B-9397-08002B2CF9AE}" pid="3" name="KSOProductBuildVer">
    <vt:lpwstr>1033-12.1.0.28485</vt:lpwstr>
  </property>
</Properties>
</file>